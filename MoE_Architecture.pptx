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MoE Expert Prediction &amp; Prefetching —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genai_moe_loader  ·  LLaMA-MoE-v1-3.5B (32 layers, 16 experts/layer)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PIPELINE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2093976" cy="841248"/>
          </a:xfrm>
          <a:prstGeom prst="roundRect">
            <a:avLst>
              <a:gd name="adj" fmla="val 8696"/>
            </a:avLst>
          </a:prstGeom>
          <a:solidFill>
            <a:srgbClr val="212C5C"/>
          </a:solidFill>
          <a:ln w="12700">
            <a:solidFill>
              <a:srgbClr val="4A5F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5544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Traces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8.1M EAMs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(32×16) per sequence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69464" y="1801368"/>
            <a:ext cx="164592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2752344" y="1481328"/>
            <a:ext cx="2093976" cy="841248"/>
          </a:xfrm>
          <a:prstGeom prst="roundRect">
            <a:avLst>
              <a:gd name="adj" fmla="val 8696"/>
            </a:avLst>
          </a:prstGeom>
          <a:solidFill>
            <a:srgbClr val="212C5C"/>
          </a:solidFill>
          <a:ln w="12700">
            <a:solidFill>
              <a:srgbClr val="4A5F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62072" y="15544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SemDeDup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(1000 cl.)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sim, ε=0.1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64608" y="1801368"/>
            <a:ext cx="164592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5047488" y="1481328"/>
            <a:ext cx="2093976" cy="841248"/>
          </a:xfrm>
          <a:prstGeom prst="roundRect">
            <a:avLst>
              <a:gd name="adj" fmla="val 8696"/>
            </a:avLst>
          </a:prstGeom>
          <a:solidFill>
            <a:srgbClr val="212C5C"/>
          </a:solidFill>
          <a:ln w="12700">
            <a:solidFill>
              <a:srgbClr val="4A5F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57216" y="15544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→ L2-norm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Flatten → L2-norm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59752" y="1801368"/>
            <a:ext cx="164592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342632" y="1481328"/>
            <a:ext cx="2093976" cy="841248"/>
          </a:xfrm>
          <a:prstGeom prst="roundRect">
            <a:avLst>
              <a:gd name="adj" fmla="val 8696"/>
            </a:avLst>
          </a:prstGeom>
          <a:solidFill>
            <a:srgbClr val="212C5C"/>
          </a:solidFill>
          <a:ln w="12700">
            <a:solidFill>
              <a:srgbClr val="4A5F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52360" y="15544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IVF Index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FAISS, nlist=100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inner product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54896" y="1801368"/>
            <a:ext cx="164592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637776" y="1481328"/>
            <a:ext cx="2093976" cy="841248"/>
          </a:xfrm>
          <a:prstGeom prst="roundRect">
            <a:avLst>
              <a:gd name="adj" fmla="val 8696"/>
            </a:avLst>
          </a:prstGeom>
          <a:solidFill>
            <a:srgbClr val="212C5C"/>
          </a:solidFill>
          <a:ln w="12700">
            <a:solidFill>
              <a:srgbClr val="4A5F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47504" y="1554480"/>
            <a:ext cx="1874520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to Disk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memmap trace file</a:t>
            </a:r>
            <a:endParaRPr lang="en-US" sz="10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87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RAM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542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INFERENCE — PER TOKEN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2852928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212C5C"/>
          </a:solidFill>
          <a:ln w="12700">
            <a:solidFill>
              <a:srgbClr val="4A5F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6928" y="2926080"/>
            <a:ext cx="335584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0–10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gate output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EAM only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(cheap — no search)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59936" y="3278124"/>
            <a:ext cx="219456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4306824" y="2852928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212C5C"/>
          </a:solidFill>
          <a:ln w="12700">
            <a:solidFill>
              <a:srgbClr val="4A5F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416552" y="2926080"/>
            <a:ext cx="335584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11 — Prediction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EAM[0..11] (192-d)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IVF search, nprobe=10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cos_dist ≈ 0.0015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top-4 experts × layers 12–31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09560" y="3278124"/>
            <a:ext cx="219456" cy="201168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6" name="Shape 24"/>
          <p:cNvSpPr/>
          <p:nvPr/>
        </p:nvSpPr>
        <p:spPr>
          <a:xfrm>
            <a:off x="8156448" y="2852928"/>
            <a:ext cx="3575304" cy="1051560"/>
          </a:xfrm>
          <a:prstGeom prst="roundRect">
            <a:avLst>
              <a:gd name="adj" fmla="val 6957"/>
            </a:avLst>
          </a:prstGeom>
          <a:solidFill>
            <a:srgbClr val="212C5C"/>
          </a:solidFill>
          <a:ln w="12700">
            <a:solidFill>
              <a:srgbClr val="4A5FA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66176" y="2926080"/>
            <a:ext cx="335584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12–31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snapshot (no more search)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predicted experts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background prefetch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66460" y="3941064"/>
            <a:ext cx="256032" cy="237744"/>
          </a:xfrm>
          <a:prstGeom prst="downArrow">
            <a:avLst/>
          </a:prstGeom>
          <a:solidFill>
            <a:srgbClr val="CADCF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2793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MEMORY SUBSYSTEM — optimized this week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590288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3A2F14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" y="4663440"/>
            <a:ext cx="3355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ExpertPreloader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queue: on-demand + prefetch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 load from disk (page cache)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Workers: 4 → 2  (−~64 MB)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storage: clears cached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after copy to experts_obj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(−~32 MB / expert)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06824" y="4590288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3A2F14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416552" y="4663440"/>
            <a:ext cx="3355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Expert Release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method release_stale_experts()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at layer 12+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prediction-miss experts from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layers not needed for next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layers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−260 MB (60 experts released)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04888" y="4462272"/>
            <a:ext cx="731520" cy="237744"/>
          </a:xfrm>
          <a:prstGeom prst="roundRect">
            <a:avLst>
              <a:gd name="adj" fmla="val 192308"/>
            </a:avLst>
          </a:prstGeom>
          <a:solidFill>
            <a:srgbClr val="F2A9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2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56448" y="4590288"/>
            <a:ext cx="3575304" cy="1874520"/>
          </a:xfrm>
          <a:prstGeom prst="roundRect">
            <a:avLst>
              <a:gd name="adj" fmla="val 3902"/>
            </a:avLst>
          </a:prstGeom>
          <a:solidFill>
            <a:srgbClr val="3A2F14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66176" y="4663440"/>
            <a:ext cx="3355848" cy="1728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ExpertCache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GPU/CPU cache, capacity-limited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Eviction: LRU · LFU · priority score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max_prefetch: 48 → 16 (−100–200 MB)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PREFETCH_AHEAD_LAYERS: 2 → 1</a:t>
            </a:r>
            <a:endParaRPr lang="en-US" sz="11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(−128 MB, +14% throughput)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059936" y="5426964"/>
            <a:ext cx="219456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7909560" y="5426964"/>
            <a:ext cx="219456" cy="201168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6565392"/>
            <a:ext cx="219456" cy="146304"/>
          </a:xfrm>
          <a:prstGeom prst="roundRect">
            <a:avLst/>
          </a:prstGeom>
          <a:solidFill>
            <a:srgbClr val="3A2F14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changed / added in this week's optimization sprint (Jul 3, 2026)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2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Progress — Memory Optimization Sprint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Friday, July 3, 2026  ·  128-token decode benchmark (POC-inference-cuda-bench)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 SHIPPED (5)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6949440" cy="2651760"/>
        </p:xfrm>
        <a:graphic>
          <a:graphicData uri="http://schemas.openxmlformats.org/drawingml/2006/table">
            <a:tbl>
              <a:tblPr/>
              <a:tblGrid>
                <a:gridCol w="365760"/>
                <a:gridCol w="3017520"/>
                <a:gridCol w="2103120"/>
                <a:gridCol w="1463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Prefetch workers 4 →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expert_preloader.py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−~64 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double storage of weights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expert_preloader.py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−~32 MB/expert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max_prefetch 48 → 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expert_prediction_mixin.py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−100–200 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PREFETCH_AHEAD_LAYERS 2 →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modeling_llama_moe.py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−128 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expert release (new)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preloader + modeling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−260 MB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A8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65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554480"/>
            <a:ext cx="6949440" cy="402336"/>
          </a:xfrm>
          <a:prstGeom prst="rect">
            <a:avLst/>
          </a:prstGeom>
          <a:solidFill>
            <a:srgbClr val="2A3A7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554480"/>
            <a:ext cx="365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22960" y="15544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840480" y="1554480"/>
            <a:ext cx="2103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943600" y="155448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680960" y="1234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(128-TOKEN DECODE)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680960" y="155448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B2650"/>
          </a:solidFill>
          <a:ln w="12700">
            <a:solidFill>
              <a:srgbClr val="3A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90688" y="1627632"/>
            <a:ext cx="174650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772400" y="16642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11.38 GB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772400" y="212140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RSS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72400" y="234086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&lt; 11.0 GB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38360" y="155448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B2650"/>
          </a:solidFill>
          <a:ln w="12700">
            <a:solidFill>
              <a:srgbClr val="3A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848088" y="1627632"/>
            <a:ext cx="174650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9829800" y="16642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 GB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829800" y="212140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Δ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829800" y="234086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0.82 GB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80960" y="265176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B2650"/>
          </a:solidFill>
          <a:ln w="12700">
            <a:solidFill>
              <a:srgbClr val="3A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790688" y="2724912"/>
            <a:ext cx="174650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772400" y="27614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 tok/s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772400" y="321868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772400" y="343814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 vs last week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9738360" y="265176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B2650"/>
          </a:solidFill>
          <a:ln w="12700">
            <a:solidFill>
              <a:srgbClr val="3A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848088" y="2724912"/>
            <a:ext cx="1746504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9829800" y="276148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6.25 s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9829800" y="3218688"/>
            <a:ext cx="1783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TTFT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829800" y="3438144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token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45720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457200" y="4773168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B2650"/>
          </a:solidFill>
          <a:ln w="12700">
            <a:solidFill>
              <a:srgbClr val="3A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66928" y="4846320"/>
            <a:ext cx="5175504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expert release is the single most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impactful change: −260 MB by actively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up prediction-miss experts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PREFETCH_AHEAD_LAYERS to 1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unexpectedly lifted throughput 14%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(less I/O contention), while also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shrinking memory delta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RSS (11.38 GB) is still ~0.38 GB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target — a transient spike from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expert loading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6126480" y="4480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126480" y="4773168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B2650"/>
          </a:solidFill>
          <a:ln w="12700">
            <a:solidFill>
              <a:srgbClr val="3A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6236208" y="4846320"/>
            <a:ext cx="5175504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Run diagnose_peak_memory.py to locate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0.38 GB transient peak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Try SNAPSHOT_TOP_K 4 → 3 (−~64 MB)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Try max_prefetch 16 → 8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Overlap expert release with next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layer's compute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Target: peak RSS &lt; 11.0 GB with</a:t>
            </a:r>
            <a:endParaRPr lang="en-US" sz="93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3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minimal tPOT tradeoff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2026-07-14T18:01:24Z</dcterms:created>
  <dcterms:modified xsi:type="dcterms:W3CDTF">2026-07-14T18:01:24Z</dcterms:modified>
</cp:coreProperties>
</file>